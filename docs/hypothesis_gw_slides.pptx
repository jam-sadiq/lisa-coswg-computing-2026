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73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173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173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173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173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173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173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173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173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173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173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173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745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745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745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745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317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317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317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317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317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317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317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317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317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317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889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889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889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889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889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889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889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889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889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889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889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889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461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461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461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461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461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461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461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461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461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461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461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461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033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033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033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033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033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033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033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033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7033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7033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7033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7033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605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605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605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605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605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605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605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605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605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605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605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605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177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177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6177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177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177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177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177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177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177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177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177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177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749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749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749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749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749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749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749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749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749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749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749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749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5321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5321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321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321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5321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5321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321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321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5321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5321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5321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5321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893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893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893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893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893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893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893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893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893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893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893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893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465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465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465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465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465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465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465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465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465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465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465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465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9037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9037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609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609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609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609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609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609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609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609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609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609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609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609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8181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8181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8181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8181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8181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8181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8181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8181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8181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8181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8181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8181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753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753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753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753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753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753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753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753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753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753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753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753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732520" y="4572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732520" y="47548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732520" y="90525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732520" y="133502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732520" y="176479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732520" y="219456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732520" y="262432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732520" y="3054096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732520" y="3483864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732520" y="3913632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732520" y="4343400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732520" y="4773168"/>
            <a:ext cx="36576" cy="36576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0D2444"/>
          </a:solidFill>
          <a:ln w="12700">
            <a:solidFill>
              <a:srgbClr val="0D244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75120" y="-548640"/>
            <a:ext cx="3383280" cy="33832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22338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0" y="1325880"/>
            <a:ext cx="64008" cy="237744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256032" y="1371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</a:t>
            </a:r>
            <a:endParaRPr lang="en-US" sz="1100" dirty="0"/>
          </a:p>
        </p:txBody>
      </p:sp>
      <p:sp>
        <p:nvSpPr>
          <p:cNvPr id="246" name="Text 244"/>
          <p:cNvSpPr/>
          <p:nvPr/>
        </p:nvSpPr>
        <p:spPr>
          <a:xfrm>
            <a:off x="256032" y="1737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</a:t>
            </a:r>
            <a:endParaRPr lang="en-US" sz="5200" dirty="0"/>
          </a:p>
        </p:txBody>
      </p:sp>
      <p:sp>
        <p:nvSpPr>
          <p:cNvPr id="247" name="Text 245"/>
          <p:cNvSpPr/>
          <p:nvPr/>
        </p:nvSpPr>
        <p:spPr>
          <a:xfrm>
            <a:off x="256032" y="2651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writing examples.  Start writing laws.</a:t>
            </a:r>
            <a:endParaRPr lang="en-US" sz="1800" dirty="0"/>
          </a:p>
        </p:txBody>
      </p:sp>
      <p:sp>
        <p:nvSpPr>
          <p:cNvPr id="248" name="Shape 246"/>
          <p:cNvSpPr/>
          <p:nvPr/>
        </p:nvSpPr>
        <p:spPr>
          <a:xfrm>
            <a:off x="256032" y="4160520"/>
            <a:ext cx="2606040" cy="749808"/>
          </a:xfrm>
          <a:prstGeom prst="rect">
            <a:avLst/>
          </a:prstGeom>
          <a:solidFill>
            <a:srgbClr val="0D2444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9" name="Text 247"/>
          <p:cNvSpPr/>
          <p:nvPr/>
        </p:nvSpPr>
        <p:spPr>
          <a:xfrm>
            <a:off x="256032" y="420624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tests</a:t>
            </a:r>
            <a:endParaRPr lang="en-US" sz="2000" dirty="0"/>
          </a:p>
        </p:txBody>
      </p:sp>
      <p:sp>
        <p:nvSpPr>
          <p:cNvPr id="250" name="Text 248"/>
          <p:cNvSpPr/>
          <p:nvPr/>
        </p:nvSpPr>
        <p:spPr>
          <a:xfrm>
            <a:off x="256032" y="4544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1000" dirty="0"/>
          </a:p>
        </p:txBody>
      </p:sp>
      <p:sp>
        <p:nvSpPr>
          <p:cNvPr id="251" name="Shape 249"/>
          <p:cNvSpPr/>
          <p:nvPr/>
        </p:nvSpPr>
        <p:spPr>
          <a:xfrm>
            <a:off x="3182112" y="4160520"/>
            <a:ext cx="2606040" cy="749808"/>
          </a:xfrm>
          <a:prstGeom prst="rect">
            <a:avLst/>
          </a:prstGeom>
          <a:solidFill>
            <a:srgbClr val="0D2444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2" name="Text 250"/>
          <p:cNvSpPr/>
          <p:nvPr/>
        </p:nvSpPr>
        <p:spPr>
          <a:xfrm>
            <a:off x="3182112" y="420624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bugs</a:t>
            </a:r>
            <a:endParaRPr lang="en-US" sz="2000" dirty="0"/>
          </a:p>
        </p:txBody>
      </p:sp>
      <p:sp>
        <p:nvSpPr>
          <p:cNvPr id="253" name="Text 251"/>
          <p:cNvSpPr/>
          <p:nvPr/>
        </p:nvSpPr>
        <p:spPr>
          <a:xfrm>
            <a:off x="3182112" y="4544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automatically</a:t>
            </a:r>
            <a:endParaRPr lang="en-US" sz="1000" dirty="0"/>
          </a:p>
        </p:txBody>
      </p:sp>
      <p:sp>
        <p:nvSpPr>
          <p:cNvPr id="254" name="Shape 252"/>
          <p:cNvSpPr/>
          <p:nvPr/>
        </p:nvSpPr>
        <p:spPr>
          <a:xfrm>
            <a:off x="6108192" y="4160520"/>
            <a:ext cx="2606040" cy="749808"/>
          </a:xfrm>
          <a:prstGeom prst="rect">
            <a:avLst/>
          </a:prstGeom>
          <a:solidFill>
            <a:srgbClr val="0D2444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5" name="Text 253"/>
          <p:cNvSpPr/>
          <p:nvPr/>
        </p:nvSpPr>
        <p:spPr>
          <a:xfrm>
            <a:off x="6108192" y="420624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hand-crafted</a:t>
            </a:r>
            <a:endParaRPr lang="en-US" sz="2000" dirty="0"/>
          </a:p>
        </p:txBody>
      </p:sp>
      <p:sp>
        <p:nvSpPr>
          <p:cNvPr id="256" name="Text 254"/>
          <p:cNvSpPr/>
          <p:nvPr/>
        </p:nvSpPr>
        <p:spPr>
          <a:xfrm>
            <a:off x="6108192" y="4544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needed</a:t>
            </a:r>
            <a:endParaRPr lang="en-US" sz="1000" dirty="0"/>
          </a:p>
        </p:txBody>
      </p:sp>
      <p:sp>
        <p:nvSpPr>
          <p:cNvPr id="257" name="Shape 255"/>
          <p:cNvSpPr/>
          <p:nvPr/>
        </p:nvSpPr>
        <p:spPr>
          <a:xfrm>
            <a:off x="7680960" y="4818888"/>
            <a:ext cx="1325880" cy="2286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7680960" y="4828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pytest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5196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Hypothesis?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3291840" cy="2286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is a Python library for property-based testing. Instead of you writing specific input examples, you describe the shape of your data and a property that must always hold. Hypothesis explores thousands of combinations and shrinks any failure to the smallest possible counterexample.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606040"/>
            <a:ext cx="3840480" cy="2194560"/>
          </a:xfrm>
          <a:prstGeom prst="rect">
            <a:avLst/>
          </a:prstGeom>
          <a:solidFill>
            <a:srgbClr val="071120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697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hypothesis </a:t>
            </a:r>
            <a:pPr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given, strategies as st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(st.floats(min_value=0))
</a:t>
            </a:r>
            <a:pPr indent="0" marL="0">
              <a:buNone/>
            </a:pPr>
            <a:r>
              <a:rPr lang="en-US" sz="11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test_snr_nonneg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(snr):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snr &gt;=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365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it?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26280" y="850392"/>
            <a:ext cx="3291840" cy="228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033272"/>
            <a:ext cx="420624" cy="420624"/>
          </a:xfrm>
          <a:prstGeom prst="ellipse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992" y="109728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8348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edge cases you'd never think of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1280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searches the input space systematically — floats near zero, empty arrays, huge GPS timestamps — cases no human would write.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020824"/>
            <a:ext cx="420624" cy="420624"/>
          </a:xfrm>
          <a:prstGeom prst="ellipse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08483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83480" y="1993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failures to minimal examples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22677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bug is found, Hypothesis automatically reduces it to the simplest possible input, making root cause obvious.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434840" y="3008376"/>
            <a:ext cx="420624" cy="420624"/>
          </a:xfrm>
          <a:prstGeom prst="ellipse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07238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83480" y="2980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beat examples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983480" y="32552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"SNR ≥ 0 for all inputs" is a stronger guarantee than "SNR ≥ 0 for these 5 inputs I chose."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434840" y="3995928"/>
            <a:ext cx="420624" cy="420624"/>
          </a:xfrm>
          <a:prstGeom prst="ellipse">
            <a:avLst/>
          </a:prstGeom>
          <a:solidFill>
            <a:srgbClr val="E0F2F8"/>
          </a:solidFill>
          <a:ln w="12700">
            <a:solidFill>
              <a:srgbClr val="E0F2F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405993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83480" y="3968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failures across runs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83480" y="42428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database re-runs every previously found failure, so regressions are caught permanently.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444"/>
          </a:solidFill>
          <a:ln w="12700">
            <a:solidFill>
              <a:srgbClr val="0D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Wave Analysis · gw_analyzer.py + test_hypothesis_gw.py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560320" cy="475488"/>
          </a:xfrm>
          <a:prstGeom prst="rect">
            <a:avLst/>
          </a:prstGeom>
          <a:solidFill>
            <a:srgbClr val="0D2444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418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fetch_strain()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969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18688" y="914400"/>
            <a:ext cx="2560320" cy="475488"/>
          </a:xfrm>
          <a:prstGeom prst="rect">
            <a:avLst/>
          </a:prstGeom>
          <a:solidFill>
            <a:srgbClr val="0D2444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9418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generate_cbc_template()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79008" y="969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63056" y="914400"/>
            <a:ext cx="2560320" cy="475488"/>
          </a:xfrm>
          <a:prstGeom prst="rect">
            <a:avLst/>
          </a:prstGeom>
          <a:solidFill>
            <a:srgbClr val="0D2444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9418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matched_filter()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417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GWOSC → strain data   ·   SPA chirp template   ·   whitened SNR timeseries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18105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Hypothesis caught automatically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2212848"/>
            <a:ext cx="2834640" cy="2697480"/>
          </a:xfrm>
          <a:prstGeom prst="rect">
            <a:avLst/>
          </a:prstGeom>
          <a:solidFill>
            <a:srgbClr val="0D1E34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12848"/>
            <a:ext cx="2834640" cy="54864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33172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8328" y="26517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overlap_duration() returns negative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" y="308152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non-overlapping intervals → returns −1.0 instead of 0.0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8328" y="3575304"/>
            <a:ext cx="2633472" cy="548640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36027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shrunk to: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1148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a=GPS(6.3e8, 6.3e8+1)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b=GPS(6.3e8+2, 6.3e8+3)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38328" y="4617720"/>
            <a:ext cx="2633472" cy="228600"/>
          </a:xfrm>
          <a:prstGeom prst="roundRect">
            <a:avLst>
              <a:gd name="adj" fmla="val 16000"/>
            </a:avLst>
          </a:prstGeom>
          <a:solidFill>
            <a:srgbClr val="0C2E1A"/>
          </a:solidFill>
          <a:ln w="12700">
            <a:solidFill>
              <a:srgbClr val="2A7A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" y="463143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return max(0.0, end − start)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0" y="2212848"/>
            <a:ext cx="2834640" cy="2697480"/>
          </a:xfrm>
          <a:prstGeom prst="rect">
            <a:avLst/>
          </a:prstGeom>
          <a:solidFill>
            <a:srgbClr val="0D1E34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0" y="2212848"/>
            <a:ext cx="2834640" cy="54864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33172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61188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310128" y="26517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split() accumulates float error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310128" y="308152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large GPS epochs the last sub-interval end ≠ original end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310128" y="3575304"/>
            <a:ext cx="2633472" cy="548640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83280" y="36027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shrunk to: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38328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start=1.23e9  n=7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≈ 1.2e−7 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310128" y="4617720"/>
            <a:ext cx="2633472" cy="228600"/>
          </a:xfrm>
          <a:prstGeom prst="roundRect">
            <a:avLst>
              <a:gd name="adj" fmla="val 16000"/>
            </a:avLst>
          </a:prstGeom>
          <a:solidFill>
            <a:srgbClr val="0C2E1A"/>
          </a:solidFill>
          <a:ln w="12700">
            <a:solidFill>
              <a:srgbClr val="2A7A3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364992" y="463143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pin last boundary to self.end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172200" y="2212848"/>
            <a:ext cx="2834640" cy="2697480"/>
          </a:xfrm>
          <a:prstGeom prst="rect">
            <a:avLst/>
          </a:prstGeom>
          <a:solidFill>
            <a:srgbClr val="0D1E34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172200" y="2212848"/>
            <a:ext cx="2834640" cy="54864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331720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58368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281928" y="26517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filter PSD axis mismatch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281928" y="308152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PSD length ≠ rfft(strain) length → wrong whitening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281928" y="3575304"/>
            <a:ext cx="2633472" cy="548640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355080" y="36027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D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shrunk to: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635508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sr=1024  n=3000  fftlen=1.0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PSD pts: 513 ≠ rfft pts: 1501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6281928" y="4617720"/>
            <a:ext cx="2633472" cy="228600"/>
          </a:xfrm>
          <a:prstGeom prst="roundRect">
            <a:avLst>
              <a:gd name="adj" fmla="val 16000"/>
            </a:avLst>
          </a:prstGeom>
          <a:solidFill>
            <a:srgbClr val="0C2E1A"/>
          </a:solidFill>
          <a:ln w="12700">
            <a:solidFill>
              <a:srgbClr val="2A7A3A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336792" y="463143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 freqs_psd as interp xp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61018"/>
          </a:solidFill>
          <a:ln w="12700">
            <a:solidFill>
              <a:srgbClr val="061018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gw_analyzer.py   ·   GPSInterval  |  GWAnalyzer.fetch_strain  |  .generate_cbc_template  |  .matched_filter        📁  test_hypothesis_gw.py   ·   28 Hypothesis tests  |  5 sections  |  run: pytest test_hypothesis_gw.py -v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Property-Based Testing with Hypothesis</dc:title>
  <dc:subject>PptxGenJS Presentation</dc:subject>
  <dc:creator>PptxGenJS</dc:creator>
  <cp:lastModifiedBy>PptxGenJS</cp:lastModifiedBy>
  <cp:revision>1</cp:revision>
  <dcterms:created xsi:type="dcterms:W3CDTF">2026-05-27T19:51:44Z</dcterms:created>
  <dcterms:modified xsi:type="dcterms:W3CDTF">2026-05-27T19:51:44Z</dcterms:modified>
</cp:coreProperties>
</file>